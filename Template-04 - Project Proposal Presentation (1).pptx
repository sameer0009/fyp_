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5"/>
  </p:notesMasterIdLst>
  <p:sldIdLst>
    <p:sldId id="448" r:id="rId2"/>
    <p:sldId id="502" r:id="rId3"/>
    <p:sldId id="491" r:id="rId4"/>
    <p:sldId id="503" r:id="rId5"/>
    <p:sldId id="504" r:id="rId6"/>
    <p:sldId id="505" r:id="rId7"/>
    <p:sldId id="506" r:id="rId8"/>
    <p:sldId id="512" r:id="rId9"/>
    <p:sldId id="507" r:id="rId10"/>
    <p:sldId id="508" r:id="rId11"/>
    <p:sldId id="509" r:id="rId12"/>
    <p:sldId id="510" r:id="rId13"/>
    <p:sldId id="51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60"/>
  </p:normalViewPr>
  <p:slideViewPr>
    <p:cSldViewPr snapToGrid="0">
      <p:cViewPr varScale="1">
        <p:scale>
          <a:sx n="63" d="100"/>
          <a:sy n="63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761FF-92E2-4234-80E7-FBCD75CC819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EACC8-8594-4EF4-A2AA-C13BFE02B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9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98A6-A836-40E7-864B-1BD5D9342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B370C-ADBD-40BC-A69A-10A395651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4C90-9A76-4E44-872B-AB138F3C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CC9FE-E177-4FF7-B581-09C1AC70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D652E-4F31-4C8F-9358-C0FEEB57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F993A01-2EDB-4AB4-8693-5E6B27D04D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318" y="554765"/>
            <a:ext cx="1469358" cy="196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4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5A97-724F-4C90-BA34-13E8FC3D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7436D-852A-401E-AB7C-FE5FDDEFA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5BB95-EF82-4EDF-8ADB-6E6F0788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2382D-FA53-4D48-A3DB-D4EC84E9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95A39-118D-4D0A-8FCE-9C8344D9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6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E1AA-6CAF-49D5-A2CB-56D5C2F58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42EA7-D90F-4E60-B110-BAC70E4B1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0BF04-D8E3-4DC2-B487-E52B67D3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BBA78-43F1-4E3C-B562-A3D0ADD8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9C0C-986D-4D58-B832-CFFCF6AA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066298-40BF-4DEC-9B2D-D80328E8D26F}"/>
              </a:ext>
            </a:extLst>
          </p:cNvPr>
          <p:cNvCxnSpPr/>
          <p:nvPr userDrawn="1"/>
        </p:nvCxnSpPr>
        <p:spPr>
          <a:xfrm>
            <a:off x="604434" y="5742281"/>
            <a:ext cx="10983132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56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9F14-1776-4DA3-B862-36C9BF16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302FD-7E7C-43F1-A5BB-9C727770B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A1026-842A-4DBE-9469-0B378CB12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EB329-2CF7-4A9C-B1D5-4B235CB9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376E9-F5CC-44EC-B506-E249B037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35234-64C0-4087-A697-AC871917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1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35E5-A4C0-42E4-8D86-650BA637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C3CDF-AC28-478A-9048-16D9D956B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FAAFD-CCB9-4A80-97FE-682BFB94C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954F85-3E83-47FA-B4DD-966B7892D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4765A-3BB0-4A1A-ADD7-35130AD34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1C685-FFE0-45BA-8868-E1467133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BC341-6883-4190-807F-B76AFAF0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C515E-C17B-4667-B77B-0D94F9CE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3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4522-DEC1-43C3-9F2C-DB80B64F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7A486-4F62-42D1-B818-6350FB35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8962E-AE03-41E6-8A2B-E9317E4C4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4934F-62BA-4675-AAA2-9763ADF7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D260F-49BF-434B-B99D-94296558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9A8B8-276E-4E46-BF95-EFE3C35D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CA95B-DA5A-441D-9FEE-E8622FAA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2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2841-AA80-4E64-8CF3-AB60D62C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2667-F930-4308-92A9-30733FF1B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59022-D081-4784-951A-EA0759872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5223F-7ACD-4FB0-856B-30675342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F933E-8B6A-4DCC-8565-54EFCA87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42919-F19F-4534-B71D-1F845007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6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3D4-3059-4D9B-A497-F3EFD52C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7FF65B-B828-4D23-BA3D-A7C6ECA31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E3350-C0C6-4F24-9361-B63ADAC63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965B6-3979-4FB7-81AE-7EEC86DA1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50098-0C4A-47CA-953C-BD130D8C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C745F-D510-49D4-9F31-E0720349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3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AD3D-83FB-4174-B9FA-FB43CE52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F4030-5EA9-480A-992B-C81750B69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D83C6-776E-46D1-A551-4181B961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36E6B-B02A-4BCF-9B0A-6145B08E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EF91B-8A4D-46BF-956C-FF19DB96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80B3B-F4D8-45D3-BB3C-79F2DAFE0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36512-455D-4189-B53A-34F78827C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F64C1-0CEF-44EE-8066-861659FA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B9271-7344-4084-B941-6130DDB7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92C2-084E-4AD0-846B-43B88925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8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D7FA5-ED44-4C1D-B91D-63F3E9D4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5C671-77E2-4287-A389-A3DFA8A78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24AF5-32CC-497D-973A-EA29651B1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C9351-6833-4ACA-9B0E-1AFDFBD3FC6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AC28-CB98-416F-BD86-60B86ADAE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7AD49-A30C-4C13-BD0C-6A5D76283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3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57" y="1625942"/>
            <a:ext cx="10241280" cy="2387600"/>
          </a:xfrm>
        </p:spPr>
        <p:txBody>
          <a:bodyPr>
            <a:normAutofit/>
          </a:bodyPr>
          <a:lstStyle/>
          <a:p>
            <a:r>
              <a:rPr lang="en-US" dirty="0"/>
              <a:t>Project Proposal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9712" y="4397164"/>
            <a:ext cx="10241280" cy="1655762"/>
          </a:xfrm>
        </p:spPr>
        <p:txBody>
          <a:bodyPr>
            <a:normAutofit/>
          </a:bodyPr>
          <a:lstStyle/>
          <a:p>
            <a:r>
              <a:rPr lang="en-US" sz="2800" b="1" dirty="0"/>
              <a:t>Final Year Project</a:t>
            </a:r>
          </a:p>
          <a:p>
            <a:r>
              <a:rPr lang="en-US" sz="2800" b="1" dirty="0"/>
              <a:t>Program:</a:t>
            </a:r>
          </a:p>
          <a:p>
            <a:r>
              <a:rPr lang="en-US" sz="2000" dirty="0"/>
              <a:t>FALL [2017]</a:t>
            </a:r>
          </a:p>
        </p:txBody>
      </p:sp>
    </p:spTree>
    <p:extLst>
      <p:ext uri="{BB962C8B-B14F-4D97-AF65-F5344CB8AC3E}">
        <p14:creationId xmlns:p14="http://schemas.microsoft.com/office/powerpoint/2010/main" val="220803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88B73-CDCE-414C-A13C-6F023D97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895A9B-9D73-47E9-A9A5-7D7C46CD1D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37747"/>
              </p:ext>
            </p:extLst>
          </p:nvPr>
        </p:nvGraphicFramePr>
        <p:xfrm>
          <a:off x="1207913" y="1678732"/>
          <a:ext cx="9784881" cy="2960838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799816">
                  <a:extLst>
                    <a:ext uri="{9D8B030D-6E8A-4147-A177-3AD203B41FA5}">
                      <a16:colId xmlns:a16="http://schemas.microsoft.com/office/drawing/2014/main" val="291669638"/>
                    </a:ext>
                  </a:extLst>
                </a:gridCol>
                <a:gridCol w="3638353">
                  <a:extLst>
                    <a:ext uri="{9D8B030D-6E8A-4147-A177-3AD203B41FA5}">
                      <a16:colId xmlns:a16="http://schemas.microsoft.com/office/drawing/2014/main" val="108881595"/>
                    </a:ext>
                  </a:extLst>
                </a:gridCol>
                <a:gridCol w="1298713">
                  <a:extLst>
                    <a:ext uri="{9D8B030D-6E8A-4147-A177-3AD203B41FA5}">
                      <a16:colId xmlns:a16="http://schemas.microsoft.com/office/drawing/2014/main" val="3008027266"/>
                    </a:ext>
                  </a:extLst>
                </a:gridCol>
                <a:gridCol w="3047999">
                  <a:extLst>
                    <a:ext uri="{9D8B030D-6E8A-4147-A177-3AD203B41FA5}">
                      <a16:colId xmlns:a16="http://schemas.microsoft.com/office/drawing/2014/main" val="1825034886"/>
                    </a:ext>
                  </a:extLst>
                </a:gridCol>
              </a:tblGrid>
              <a:tr h="45893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Student ID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Student Name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Program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E-mail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49635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250350963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430206725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1146353905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3075558362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799359026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CAFF55-D53C-46CA-9808-338708DBD9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9365221"/>
              </p:ext>
            </p:extLst>
          </p:nvPr>
        </p:nvGraphicFramePr>
        <p:xfrm>
          <a:off x="1207912" y="4981680"/>
          <a:ext cx="9784881" cy="1459698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244818">
                  <a:extLst>
                    <a:ext uri="{9D8B030D-6E8A-4147-A177-3AD203B41FA5}">
                      <a16:colId xmlns:a16="http://schemas.microsoft.com/office/drawing/2014/main" val="291669638"/>
                    </a:ext>
                  </a:extLst>
                </a:gridCol>
                <a:gridCol w="2193351">
                  <a:extLst>
                    <a:ext uri="{9D8B030D-6E8A-4147-A177-3AD203B41FA5}">
                      <a16:colId xmlns:a16="http://schemas.microsoft.com/office/drawing/2014/main" val="108881595"/>
                    </a:ext>
                  </a:extLst>
                </a:gridCol>
                <a:gridCol w="1298713">
                  <a:extLst>
                    <a:ext uri="{9D8B030D-6E8A-4147-A177-3AD203B41FA5}">
                      <a16:colId xmlns:a16="http://schemas.microsoft.com/office/drawing/2014/main" val="3008027266"/>
                    </a:ext>
                  </a:extLst>
                </a:gridCol>
                <a:gridCol w="3047999">
                  <a:extLst>
                    <a:ext uri="{9D8B030D-6E8A-4147-A177-3AD203B41FA5}">
                      <a16:colId xmlns:a16="http://schemas.microsoft.com/office/drawing/2014/main" val="1825034886"/>
                    </a:ext>
                  </a:extLst>
                </a:gridCol>
              </a:tblGrid>
              <a:tr h="45893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Supervisor(s) Name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Designation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Affiliation</a:t>
                      </a: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E-mail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49635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250350963"/>
                  </a:ext>
                </a:extLst>
              </a:tr>
              <a:tr h="45893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6830" marR="36830" marT="36830" marB="36830"/>
                </a:tc>
                <a:extLst>
                  <a:ext uri="{0D108BD9-81ED-4DB2-BD59-A6C34878D82A}">
                    <a16:rowId xmlns:a16="http://schemas.microsoft.com/office/drawing/2014/main" val="43020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23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/>
              <a:t>Introduction</a:t>
            </a:r>
          </a:p>
          <a:p>
            <a:r>
              <a:rPr lang="en-US" dirty="0"/>
              <a:t>Existing System / Competitive Analysis</a:t>
            </a:r>
          </a:p>
          <a:p>
            <a:r>
              <a:rPr lang="en-US" dirty="0"/>
              <a:t>Problem Statement</a:t>
            </a:r>
          </a:p>
          <a:p>
            <a:pPr eaLnBrk="1" hangingPunct="1"/>
            <a:r>
              <a:rPr lang="en-US" dirty="0"/>
              <a:t>Proposed Solution</a:t>
            </a:r>
          </a:p>
          <a:p>
            <a:pPr eaLnBrk="1" hangingPunct="1"/>
            <a:r>
              <a:rPr lang="en-US" dirty="0"/>
              <a:t>Sustainable Development Goal Mapping</a:t>
            </a:r>
          </a:p>
          <a:p>
            <a:pPr eaLnBrk="1" hangingPunct="1"/>
            <a:r>
              <a:rPr lang="en-US" dirty="0"/>
              <a:t>Project Scope</a:t>
            </a:r>
          </a:p>
          <a:p>
            <a:r>
              <a:rPr lang="en-US" dirty="0"/>
              <a:t>System Architectural Design</a:t>
            </a:r>
          </a:p>
          <a:p>
            <a:r>
              <a:rPr lang="en-US" dirty="0"/>
              <a:t>Implementation Tools and Techniques</a:t>
            </a:r>
          </a:p>
          <a:p>
            <a:r>
              <a:rPr lang="en-US" dirty="0"/>
              <a:t>Project Plan – WBS &amp; Gantt Chart</a:t>
            </a:r>
          </a:p>
        </p:txBody>
      </p:sp>
    </p:spTree>
    <p:extLst>
      <p:ext uri="{BB962C8B-B14F-4D97-AF65-F5344CB8AC3E}">
        <p14:creationId xmlns:p14="http://schemas.microsoft.com/office/powerpoint/2010/main" val="222160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56DB-6C4E-4AAD-A2A3-92E14F5F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B7FC-0198-4BB0-AD9C-C627F70D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2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DC13-7049-4167-B133-F47F586B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 / Competitive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0060-79EF-4808-B590-AA29B9333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3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CC70-CF66-4B37-8871-F0072287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716DF-2C2B-4420-AFD1-5370C7F4D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7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8AB9-11EF-401B-BE07-757DC9A3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95352-EB52-4A64-ACBD-43EBCC74B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SDG’s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62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02CB-F0A4-4F59-93A4-AFF29AB7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EF65-7F74-43F5-B4F9-324E380B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21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589E-4113-462E-B219-CB016040D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22787-5492-4503-BC8A-EC16A8067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6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8840-5369-4F5D-8334-2E3548B3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DF0B6-0078-410F-9F80-A93AA50D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2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7030-0274-41F1-8EE1-468FC8BB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 - WBS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3A02-DF38-4471-828D-87F6156C9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6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8DD5-8402-4ABF-BAC0-CA65DDAF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 – Gantt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AFA54-2410-44FF-8238-F0F730B2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3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</TotalTime>
  <Words>112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Project Proposal </vt:lpstr>
      <vt:lpstr>Project Team</vt:lpstr>
      <vt:lpstr>Table of Content</vt:lpstr>
      <vt:lpstr>Introduction</vt:lpstr>
      <vt:lpstr>Existing System / Competitive Analysis</vt:lpstr>
      <vt:lpstr>Problem Statement</vt:lpstr>
      <vt:lpstr>Proposed Solution</vt:lpstr>
      <vt:lpstr>SDG’s Mapping</vt:lpstr>
      <vt:lpstr>Project Scope</vt:lpstr>
      <vt:lpstr>System Architectural Design</vt:lpstr>
      <vt:lpstr>Implementation Tools and Techniques</vt:lpstr>
      <vt:lpstr>Project Plan - WBS</vt:lpstr>
      <vt:lpstr>Project Plan – Gantt 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Sheheryar Malik</dc:creator>
  <cp:lastModifiedBy>Uzma Kiran</cp:lastModifiedBy>
  <cp:revision>506</cp:revision>
  <cp:lastPrinted>2017-10-31T06:19:01Z</cp:lastPrinted>
  <dcterms:created xsi:type="dcterms:W3CDTF">2017-10-28T17:48:40Z</dcterms:created>
  <dcterms:modified xsi:type="dcterms:W3CDTF">2026-09-15T10:01:05Z</dcterms:modified>
</cp:coreProperties>
</file>